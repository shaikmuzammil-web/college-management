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63" r:id="rId3"/>
    <p:sldId id="262" r:id="rId4"/>
    <p:sldId id="261" r:id="rId5"/>
    <p:sldId id="260" r:id="rId6"/>
    <p:sldId id="265" r:id="rId7"/>
    <p:sldId id="264" r:id="rId8"/>
    <p:sldId id="266" r:id="rId9"/>
    <p:sldId id="259" r:id="rId10"/>
    <p:sldId id="267" r:id="rId11"/>
    <p:sldId id="268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0B302-F431-454E-900A-2B0CF7F2F531}" v="11" dt="2026-03-28T04:19:49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5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muzammil1703@outlook.com" userId="2cddc05eb5a29da5" providerId="LiveId" clId="{A8D7992D-CA0F-4D18-A56F-798BA270C7ED}"/>
    <pc:docChg chg="undo custSel addSld delSld modSld">
      <pc:chgData name="shaikmuzammil1703@outlook.com" userId="2cddc05eb5a29da5" providerId="LiveId" clId="{A8D7992D-CA0F-4D18-A56F-798BA270C7ED}" dt="2026-03-28T04:20:04.279" v="602" actId="1076"/>
      <pc:docMkLst>
        <pc:docMk/>
      </pc:docMkLst>
      <pc:sldChg chg="modSp mod">
        <pc:chgData name="shaikmuzammil1703@outlook.com" userId="2cddc05eb5a29da5" providerId="LiveId" clId="{A8D7992D-CA0F-4D18-A56F-798BA270C7ED}" dt="2026-03-28T02:28:59.875" v="0" actId="20577"/>
        <pc:sldMkLst>
          <pc:docMk/>
          <pc:sldMk cId="721729770" sldId="258"/>
        </pc:sldMkLst>
        <pc:spChg chg="mod">
          <ac:chgData name="shaikmuzammil1703@outlook.com" userId="2cddc05eb5a29da5" providerId="LiveId" clId="{A8D7992D-CA0F-4D18-A56F-798BA270C7ED}" dt="2026-03-28T02:28:59.875" v="0" actId="20577"/>
          <ac:spMkLst>
            <pc:docMk/>
            <pc:sldMk cId="721729770" sldId="258"/>
            <ac:spMk id="4" creationId="{F4EFC478-2F61-DFE4-57EE-BC016AA51DD3}"/>
          </ac:spMkLst>
        </pc:spChg>
      </pc:sldChg>
      <pc:sldChg chg="addSp delSp modSp mod">
        <pc:chgData name="shaikmuzammil1703@outlook.com" userId="2cddc05eb5a29da5" providerId="LiveId" clId="{A8D7992D-CA0F-4D18-A56F-798BA270C7ED}" dt="2026-03-28T03:27:53.546" v="390" actId="20577"/>
        <pc:sldMkLst>
          <pc:docMk/>
          <pc:sldMk cId="3903129022" sldId="259"/>
        </pc:sldMkLst>
        <pc:spChg chg="add del mod">
          <ac:chgData name="shaikmuzammil1703@outlook.com" userId="2cddc05eb5a29da5" providerId="LiveId" clId="{A8D7992D-CA0F-4D18-A56F-798BA270C7ED}" dt="2026-03-28T03:26:42.454" v="349" actId="478"/>
          <ac:spMkLst>
            <pc:docMk/>
            <pc:sldMk cId="3903129022" sldId="259"/>
            <ac:spMk id="2" creationId="{6020BE0E-94EA-4158-FD08-BFD8A1943182}"/>
          </ac:spMkLst>
        </pc:spChg>
        <pc:spChg chg="add mod">
          <ac:chgData name="shaikmuzammil1703@outlook.com" userId="2cddc05eb5a29da5" providerId="LiveId" clId="{A8D7992D-CA0F-4D18-A56F-798BA270C7ED}" dt="2026-03-28T03:27:53.546" v="390" actId="20577"/>
          <ac:spMkLst>
            <pc:docMk/>
            <pc:sldMk cId="3903129022" sldId="259"/>
            <ac:spMk id="3" creationId="{C1817439-A2F7-1620-DEF9-94135432757E}"/>
          </ac:spMkLst>
        </pc:spChg>
        <pc:picChg chg="add mod">
          <ac:chgData name="shaikmuzammil1703@outlook.com" userId="2cddc05eb5a29da5" providerId="LiveId" clId="{A8D7992D-CA0F-4D18-A56F-798BA270C7ED}" dt="2026-03-28T03:27:42.325" v="389" actId="1076"/>
          <ac:picMkLst>
            <pc:docMk/>
            <pc:sldMk cId="3903129022" sldId="259"/>
            <ac:picMk id="5" creationId="{DF9F40A1-FE42-38BA-F4D5-F950122CF703}"/>
          </ac:picMkLst>
        </pc:picChg>
      </pc:sldChg>
      <pc:sldChg chg="addSp delSp modSp mod">
        <pc:chgData name="shaikmuzammil1703@outlook.com" userId="2cddc05eb5a29da5" providerId="LiveId" clId="{A8D7992D-CA0F-4D18-A56F-798BA270C7ED}" dt="2026-03-28T03:20:28.334" v="131" actId="1076"/>
        <pc:sldMkLst>
          <pc:docMk/>
          <pc:sldMk cId="571859763" sldId="260"/>
        </pc:sldMkLst>
        <pc:spChg chg="add del mod">
          <ac:chgData name="shaikmuzammil1703@outlook.com" userId="2cddc05eb5a29da5" providerId="LiveId" clId="{A8D7992D-CA0F-4D18-A56F-798BA270C7ED}" dt="2026-03-28T03:18:47.916" v="8"/>
          <ac:spMkLst>
            <pc:docMk/>
            <pc:sldMk cId="571859763" sldId="260"/>
            <ac:spMk id="4" creationId="{5895FACB-8F57-D27E-A520-96CCAC09DA15}"/>
          </ac:spMkLst>
        </pc:spChg>
        <pc:spChg chg="add mod">
          <ac:chgData name="shaikmuzammil1703@outlook.com" userId="2cddc05eb5a29da5" providerId="LiveId" clId="{A8D7992D-CA0F-4D18-A56F-798BA270C7ED}" dt="2026-03-28T03:20:07.330" v="123" actId="20577"/>
          <ac:spMkLst>
            <pc:docMk/>
            <pc:sldMk cId="571859763" sldId="260"/>
            <ac:spMk id="5" creationId="{F082730F-37EC-0EFD-72F7-F6011C786E85}"/>
          </ac:spMkLst>
        </pc:spChg>
        <pc:picChg chg="add del mod">
          <ac:chgData name="shaikmuzammil1703@outlook.com" userId="2cddc05eb5a29da5" providerId="LiveId" clId="{A8D7992D-CA0F-4D18-A56F-798BA270C7ED}" dt="2026-03-28T03:18:47.913" v="6" actId="478"/>
          <ac:picMkLst>
            <pc:docMk/>
            <pc:sldMk cId="571859763" sldId="260"/>
            <ac:picMk id="3" creationId="{5DA578E5-165F-F4E8-A882-28A8ABFB4089}"/>
          </ac:picMkLst>
        </pc:picChg>
        <pc:picChg chg="add del mod">
          <ac:chgData name="shaikmuzammil1703@outlook.com" userId="2cddc05eb5a29da5" providerId="LiveId" clId="{A8D7992D-CA0F-4D18-A56F-798BA270C7ED}" dt="2026-03-28T03:20:10.957" v="124" actId="478"/>
          <ac:picMkLst>
            <pc:docMk/>
            <pc:sldMk cId="571859763" sldId="260"/>
            <ac:picMk id="7" creationId="{C3E0C539-72F7-2247-E2A8-6A1C10112CB5}"/>
          </ac:picMkLst>
        </pc:picChg>
        <pc:picChg chg="add mod">
          <ac:chgData name="shaikmuzammil1703@outlook.com" userId="2cddc05eb5a29da5" providerId="LiveId" clId="{A8D7992D-CA0F-4D18-A56F-798BA270C7ED}" dt="2026-03-28T03:20:28.334" v="131" actId="1076"/>
          <ac:picMkLst>
            <pc:docMk/>
            <pc:sldMk cId="571859763" sldId="260"/>
            <ac:picMk id="10" creationId="{40F7A165-1A76-27B5-215A-92205B3C95CB}"/>
          </ac:picMkLst>
        </pc:picChg>
      </pc:sldChg>
      <pc:sldChg chg="addSp delSp modSp add mod">
        <pc:chgData name="shaikmuzammil1703@outlook.com" userId="2cddc05eb5a29da5" providerId="LiveId" clId="{A8D7992D-CA0F-4D18-A56F-798BA270C7ED}" dt="2026-03-28T03:24:10.313" v="288" actId="313"/>
        <pc:sldMkLst>
          <pc:docMk/>
          <pc:sldMk cId="1920425657" sldId="264"/>
        </pc:sldMkLst>
        <pc:spChg chg="mod">
          <ac:chgData name="shaikmuzammil1703@outlook.com" userId="2cddc05eb5a29da5" providerId="LiveId" clId="{A8D7992D-CA0F-4D18-A56F-798BA270C7ED}" dt="2026-03-28T03:24:10.313" v="288" actId="313"/>
          <ac:spMkLst>
            <pc:docMk/>
            <pc:sldMk cId="1920425657" sldId="264"/>
            <ac:spMk id="5" creationId="{1F25544D-062A-177D-3CE8-A41D9B91849C}"/>
          </ac:spMkLst>
        </pc:spChg>
        <pc:spChg chg="add del mod">
          <ac:chgData name="shaikmuzammil1703@outlook.com" userId="2cddc05eb5a29da5" providerId="LiveId" clId="{A8D7992D-CA0F-4D18-A56F-798BA270C7ED}" dt="2026-03-28T03:23:07.130" v="231"/>
          <ac:spMkLst>
            <pc:docMk/>
            <pc:sldMk cId="1920425657" sldId="264"/>
            <ac:spMk id="7" creationId="{C15C1CAE-B684-C840-46BB-DF28EF7AD344}"/>
          </ac:spMkLst>
        </pc:spChg>
        <pc:spChg chg="add mod">
          <ac:chgData name="shaikmuzammil1703@outlook.com" userId="2cddc05eb5a29da5" providerId="LiveId" clId="{A8D7992D-CA0F-4D18-A56F-798BA270C7ED}" dt="2026-03-28T03:24:06.933" v="287" actId="313"/>
          <ac:spMkLst>
            <pc:docMk/>
            <pc:sldMk cId="1920425657" sldId="264"/>
            <ac:spMk id="8" creationId="{0EA6AAC0-D655-7609-DCD7-DB57F21FC2B8}"/>
          </ac:spMkLst>
        </pc:spChg>
        <pc:picChg chg="add mod modCrop">
          <ac:chgData name="shaikmuzammil1703@outlook.com" userId="2cddc05eb5a29da5" providerId="LiveId" clId="{A8D7992D-CA0F-4D18-A56F-798BA270C7ED}" dt="2026-03-28T03:23:10.081" v="232" actId="1076"/>
          <ac:picMkLst>
            <pc:docMk/>
            <pc:sldMk cId="1920425657" sldId="264"/>
            <ac:picMk id="3" creationId="{F26BE14A-4C92-C82A-6A48-D91508D9BB38}"/>
          </ac:picMkLst>
        </pc:picChg>
        <pc:picChg chg="add mod modCrop">
          <ac:chgData name="shaikmuzammil1703@outlook.com" userId="2cddc05eb5a29da5" providerId="LiveId" clId="{A8D7992D-CA0F-4D18-A56F-798BA270C7ED}" dt="2026-03-28T03:23:26.404" v="234" actId="1076"/>
          <ac:picMkLst>
            <pc:docMk/>
            <pc:sldMk cId="1920425657" sldId="264"/>
            <ac:picMk id="6" creationId="{65E86C9E-F1AE-935F-561E-8B85FC75592B}"/>
          </ac:picMkLst>
        </pc:picChg>
      </pc:sldChg>
      <pc:sldChg chg="addSp modSp add mod">
        <pc:chgData name="shaikmuzammil1703@outlook.com" userId="2cddc05eb5a29da5" providerId="LiveId" clId="{A8D7992D-CA0F-4D18-A56F-798BA270C7ED}" dt="2026-03-28T03:20:53.101" v="150" actId="14100"/>
        <pc:sldMkLst>
          <pc:docMk/>
          <pc:sldMk cId="169449898" sldId="265"/>
        </pc:sldMkLst>
        <pc:spChg chg="mod">
          <ac:chgData name="shaikmuzammil1703@outlook.com" userId="2cddc05eb5a29da5" providerId="LiveId" clId="{A8D7992D-CA0F-4D18-A56F-798BA270C7ED}" dt="2026-03-28T03:20:38.820" v="145" actId="20577"/>
          <ac:spMkLst>
            <pc:docMk/>
            <pc:sldMk cId="169449898" sldId="265"/>
            <ac:spMk id="5" creationId="{F841FCE9-D7BB-37EF-0EE3-02DEF5511F37}"/>
          </ac:spMkLst>
        </pc:spChg>
        <pc:picChg chg="add mod">
          <ac:chgData name="shaikmuzammil1703@outlook.com" userId="2cddc05eb5a29da5" providerId="LiveId" clId="{A8D7992D-CA0F-4D18-A56F-798BA270C7ED}" dt="2026-03-28T03:20:53.101" v="150" actId="14100"/>
          <ac:picMkLst>
            <pc:docMk/>
            <pc:sldMk cId="169449898" sldId="265"/>
            <ac:picMk id="3" creationId="{8A8CD794-3548-5304-B87D-F2D6FC6B6F7E}"/>
          </ac:picMkLst>
        </pc:picChg>
      </pc:sldChg>
      <pc:sldChg chg="addSp delSp modSp add mod">
        <pc:chgData name="shaikmuzammil1703@outlook.com" userId="2cddc05eb5a29da5" providerId="LiveId" clId="{A8D7992D-CA0F-4D18-A56F-798BA270C7ED}" dt="2026-03-28T03:26:39.109" v="348" actId="1076"/>
        <pc:sldMkLst>
          <pc:docMk/>
          <pc:sldMk cId="4201499144" sldId="266"/>
        </pc:sldMkLst>
        <pc:spChg chg="mod">
          <ac:chgData name="shaikmuzammil1703@outlook.com" userId="2cddc05eb5a29da5" providerId="LiveId" clId="{A8D7992D-CA0F-4D18-A56F-798BA270C7ED}" dt="2026-03-28T03:26:33.323" v="346" actId="20577"/>
          <ac:spMkLst>
            <pc:docMk/>
            <pc:sldMk cId="4201499144" sldId="266"/>
            <ac:spMk id="5" creationId="{0E5493AD-7693-0FAD-61E6-89C30EAD6575}"/>
          </ac:spMkLst>
        </pc:spChg>
        <pc:picChg chg="del">
          <ac:chgData name="shaikmuzammil1703@outlook.com" userId="2cddc05eb5a29da5" providerId="LiveId" clId="{A8D7992D-CA0F-4D18-A56F-798BA270C7ED}" dt="2026-03-28T03:24:19.837" v="289" actId="478"/>
          <ac:picMkLst>
            <pc:docMk/>
            <pc:sldMk cId="4201499144" sldId="266"/>
            <ac:picMk id="3" creationId="{90BB7DC1-72EB-57A9-6D55-5019D221BA8E}"/>
          </ac:picMkLst>
        </pc:picChg>
        <pc:picChg chg="add mod">
          <ac:chgData name="shaikmuzammil1703@outlook.com" userId="2cddc05eb5a29da5" providerId="LiveId" clId="{A8D7992D-CA0F-4D18-A56F-798BA270C7ED}" dt="2026-03-28T03:26:39.109" v="348" actId="1076"/>
          <ac:picMkLst>
            <pc:docMk/>
            <pc:sldMk cId="4201499144" sldId="266"/>
            <ac:picMk id="4" creationId="{FE0D5C9B-0E3D-3144-487B-B5F58105A434}"/>
          </ac:picMkLst>
        </pc:picChg>
      </pc:sldChg>
      <pc:sldChg chg="addSp delSp modSp add mod">
        <pc:chgData name="shaikmuzammil1703@outlook.com" userId="2cddc05eb5a29da5" providerId="LiveId" clId="{A8D7992D-CA0F-4D18-A56F-798BA270C7ED}" dt="2026-03-28T03:36:36.946" v="437" actId="1076"/>
        <pc:sldMkLst>
          <pc:docMk/>
          <pc:sldMk cId="811098513" sldId="267"/>
        </pc:sldMkLst>
        <pc:spChg chg="add mod">
          <ac:chgData name="shaikmuzammil1703@outlook.com" userId="2cddc05eb5a29da5" providerId="LiveId" clId="{A8D7992D-CA0F-4D18-A56F-798BA270C7ED}" dt="2026-03-28T03:35:46.829" v="430" actId="1076"/>
          <ac:spMkLst>
            <pc:docMk/>
            <pc:sldMk cId="811098513" sldId="267"/>
            <ac:spMk id="2" creationId="{F0B2F079-D3D0-BFC7-D8F3-26EC415EB50B}"/>
          </ac:spMkLst>
        </pc:spChg>
        <pc:spChg chg="del">
          <ac:chgData name="shaikmuzammil1703@outlook.com" userId="2cddc05eb5a29da5" providerId="LiveId" clId="{A8D7992D-CA0F-4D18-A56F-798BA270C7ED}" dt="2026-03-28T03:35:03.442" v="392" actId="478"/>
          <ac:spMkLst>
            <pc:docMk/>
            <pc:sldMk cId="811098513" sldId="267"/>
            <ac:spMk id="3" creationId="{031847BB-AAAC-1532-9C1B-FDEB946BE05A}"/>
          </ac:spMkLst>
        </pc:spChg>
        <pc:spChg chg="add mod">
          <ac:chgData name="shaikmuzammil1703@outlook.com" userId="2cddc05eb5a29da5" providerId="LiveId" clId="{A8D7992D-CA0F-4D18-A56F-798BA270C7ED}" dt="2026-03-28T03:35:57.322" v="434" actId="1076"/>
          <ac:spMkLst>
            <pc:docMk/>
            <pc:sldMk cId="811098513" sldId="267"/>
            <ac:spMk id="4" creationId="{E8A795B1-EB09-42E1-499A-5CEEB5C4C165}"/>
          </ac:spMkLst>
        </pc:spChg>
        <pc:picChg chg="del">
          <ac:chgData name="shaikmuzammil1703@outlook.com" userId="2cddc05eb5a29da5" providerId="LiveId" clId="{A8D7992D-CA0F-4D18-A56F-798BA270C7ED}" dt="2026-03-28T03:35:06.795" v="393" actId="478"/>
          <ac:picMkLst>
            <pc:docMk/>
            <pc:sldMk cId="811098513" sldId="267"/>
            <ac:picMk id="5" creationId="{37BD3B7B-DACB-3854-051E-097A7CC3EED6}"/>
          </ac:picMkLst>
        </pc:picChg>
        <pc:picChg chg="add mod">
          <ac:chgData name="shaikmuzammil1703@outlook.com" userId="2cddc05eb5a29da5" providerId="LiveId" clId="{A8D7992D-CA0F-4D18-A56F-798BA270C7ED}" dt="2026-03-28T03:35:52.881" v="433" actId="1076"/>
          <ac:picMkLst>
            <pc:docMk/>
            <pc:sldMk cId="811098513" sldId="267"/>
            <ac:picMk id="7" creationId="{61DD6336-E947-7D12-9731-F2792D90D89B}"/>
          </ac:picMkLst>
        </pc:picChg>
        <pc:picChg chg="add mod">
          <ac:chgData name="shaikmuzammil1703@outlook.com" userId="2cddc05eb5a29da5" providerId="LiveId" clId="{A8D7992D-CA0F-4D18-A56F-798BA270C7ED}" dt="2026-03-28T03:36:36.946" v="437" actId="1076"/>
          <ac:picMkLst>
            <pc:docMk/>
            <pc:sldMk cId="811098513" sldId="267"/>
            <ac:picMk id="10" creationId="{68FA1FF3-CC7B-4A07-B48F-71F225BA2185}"/>
          </ac:picMkLst>
        </pc:picChg>
      </pc:sldChg>
      <pc:sldChg chg="addSp delSp modSp add del mod">
        <pc:chgData name="shaikmuzammil1703@outlook.com" userId="2cddc05eb5a29da5" providerId="LiveId" clId="{A8D7992D-CA0F-4D18-A56F-798BA270C7ED}" dt="2026-03-28T03:40:06.284" v="518" actId="2696"/>
        <pc:sldMkLst>
          <pc:docMk/>
          <pc:sldMk cId="2197074886" sldId="268"/>
        </pc:sldMkLst>
        <pc:spChg chg="mod">
          <ac:chgData name="shaikmuzammil1703@outlook.com" userId="2cddc05eb5a29da5" providerId="LiveId" clId="{A8D7992D-CA0F-4D18-A56F-798BA270C7ED}" dt="2026-03-28T03:38:45.126" v="469" actId="20577"/>
          <ac:spMkLst>
            <pc:docMk/>
            <pc:sldMk cId="2197074886" sldId="268"/>
            <ac:spMk id="2" creationId="{89152323-85D7-2674-CEFE-01E19CFDE5D3}"/>
          </ac:spMkLst>
        </pc:spChg>
        <pc:spChg chg="del mod">
          <ac:chgData name="shaikmuzammil1703@outlook.com" userId="2cddc05eb5a29da5" providerId="LiveId" clId="{A8D7992D-CA0F-4D18-A56F-798BA270C7ED}" dt="2026-03-28T03:38:57.252" v="487"/>
          <ac:spMkLst>
            <pc:docMk/>
            <pc:sldMk cId="2197074886" sldId="268"/>
            <ac:spMk id="4" creationId="{C49B96AC-4BC0-1E59-D646-501DBF6928A5}"/>
          </ac:spMkLst>
        </pc:spChg>
        <pc:spChg chg="add mod">
          <ac:chgData name="shaikmuzammil1703@outlook.com" userId="2cddc05eb5a29da5" providerId="LiveId" clId="{A8D7992D-CA0F-4D18-A56F-798BA270C7ED}" dt="2026-03-28T03:39:15.746" v="510" actId="20577"/>
          <ac:spMkLst>
            <pc:docMk/>
            <pc:sldMk cId="2197074886" sldId="268"/>
            <ac:spMk id="6" creationId="{ADEAD051-3B9C-DE84-8A10-E0276869B75E}"/>
          </ac:spMkLst>
        </pc:spChg>
        <pc:picChg chg="add mod">
          <ac:chgData name="shaikmuzammil1703@outlook.com" userId="2cddc05eb5a29da5" providerId="LiveId" clId="{A8D7992D-CA0F-4D18-A56F-798BA270C7ED}" dt="2026-03-28T03:39:00.715" v="488" actId="1076"/>
          <ac:picMkLst>
            <pc:docMk/>
            <pc:sldMk cId="2197074886" sldId="268"/>
            <ac:picMk id="5" creationId="{BCD653A8-4D2E-05E1-C6AE-312811566EA6}"/>
          </ac:picMkLst>
        </pc:picChg>
        <pc:picChg chg="del">
          <ac:chgData name="shaikmuzammil1703@outlook.com" userId="2cddc05eb5a29da5" providerId="LiveId" clId="{A8D7992D-CA0F-4D18-A56F-798BA270C7ED}" dt="2026-03-28T03:36:46.204" v="439" actId="478"/>
          <ac:picMkLst>
            <pc:docMk/>
            <pc:sldMk cId="2197074886" sldId="268"/>
            <ac:picMk id="7" creationId="{22BB0E4B-9D8D-8917-E327-C92759EBEDEC}"/>
          </ac:picMkLst>
        </pc:picChg>
        <pc:picChg chg="del">
          <ac:chgData name="shaikmuzammil1703@outlook.com" userId="2cddc05eb5a29da5" providerId="LiveId" clId="{A8D7992D-CA0F-4D18-A56F-798BA270C7ED}" dt="2026-03-28T03:36:48.130" v="440" actId="478"/>
          <ac:picMkLst>
            <pc:docMk/>
            <pc:sldMk cId="2197074886" sldId="268"/>
            <ac:picMk id="10" creationId="{4B06239B-1D5C-4470-1302-390D8C7CF5BB}"/>
          </ac:picMkLst>
        </pc:picChg>
        <pc:picChg chg="add mod">
          <ac:chgData name="shaikmuzammil1703@outlook.com" userId="2cddc05eb5a29da5" providerId="LiveId" clId="{A8D7992D-CA0F-4D18-A56F-798BA270C7ED}" dt="2026-03-28T03:39:58.822" v="516" actId="1076"/>
          <ac:picMkLst>
            <pc:docMk/>
            <pc:sldMk cId="2197074886" sldId="268"/>
            <ac:picMk id="11" creationId="{E0F8DF73-7157-C423-DE9F-997A081A8383}"/>
          </ac:picMkLst>
        </pc:picChg>
      </pc:sldChg>
      <pc:sldChg chg="addSp delSp modSp add mod">
        <pc:chgData name="shaikmuzammil1703@outlook.com" userId="2cddc05eb5a29da5" providerId="LiveId" clId="{A8D7992D-CA0F-4D18-A56F-798BA270C7ED}" dt="2026-03-28T04:20:04.279" v="602" actId="1076"/>
        <pc:sldMkLst>
          <pc:docMk/>
          <pc:sldMk cId="799364336" sldId="269"/>
        </pc:sldMkLst>
        <pc:spChg chg="del mod">
          <ac:chgData name="shaikmuzammil1703@outlook.com" userId="2cddc05eb5a29da5" providerId="LiveId" clId="{A8D7992D-CA0F-4D18-A56F-798BA270C7ED}" dt="2026-03-28T04:19:26.533" v="566" actId="478"/>
          <ac:spMkLst>
            <pc:docMk/>
            <pc:sldMk cId="799364336" sldId="269"/>
            <ac:spMk id="2" creationId="{86883F6F-7C1E-B53A-B5D1-29540947DCAC}"/>
          </ac:spMkLst>
        </pc:spChg>
        <pc:spChg chg="add mod">
          <ac:chgData name="shaikmuzammil1703@outlook.com" userId="2cddc05eb5a29da5" providerId="LiveId" clId="{A8D7992D-CA0F-4D18-A56F-798BA270C7ED}" dt="2026-03-28T04:20:04.279" v="602" actId="1076"/>
          <ac:spMkLst>
            <pc:docMk/>
            <pc:sldMk cId="799364336" sldId="269"/>
            <ac:spMk id="3" creationId="{E6B25EBD-E990-B88A-A2D4-D6E5058F3A10}"/>
          </ac:spMkLst>
        </pc:spChg>
        <pc:spChg chg="del">
          <ac:chgData name="shaikmuzammil1703@outlook.com" userId="2cddc05eb5a29da5" providerId="LiveId" clId="{A8D7992D-CA0F-4D18-A56F-798BA270C7ED}" dt="2026-03-28T04:19:27.841" v="567" actId="478"/>
          <ac:spMkLst>
            <pc:docMk/>
            <pc:sldMk cId="799364336" sldId="269"/>
            <ac:spMk id="6" creationId="{E1F5D1FB-CB66-FAA6-3C13-9E9826032EA3}"/>
          </ac:spMkLst>
        </pc:spChg>
        <pc:picChg chg="del">
          <ac:chgData name="shaikmuzammil1703@outlook.com" userId="2cddc05eb5a29da5" providerId="LiveId" clId="{A8D7992D-CA0F-4D18-A56F-798BA270C7ED}" dt="2026-03-28T03:39:50.150" v="514" actId="478"/>
          <ac:picMkLst>
            <pc:docMk/>
            <pc:sldMk cId="799364336" sldId="269"/>
            <ac:picMk id="5" creationId="{E5ADD8D2-AAD0-0627-9FF4-3C52B5610AB1}"/>
          </ac:picMkLst>
        </pc:picChg>
        <pc:picChg chg="del">
          <ac:chgData name="shaikmuzammil1703@outlook.com" userId="2cddc05eb5a29da5" providerId="LiveId" clId="{A8D7992D-CA0F-4D18-A56F-798BA270C7ED}" dt="2026-03-28T03:39:51.487" v="515" actId="478"/>
          <ac:picMkLst>
            <pc:docMk/>
            <pc:sldMk cId="799364336" sldId="269"/>
            <ac:picMk id="11" creationId="{8DAD91E7-DF7E-7704-83C5-F9404FCE35D6}"/>
          </ac:picMkLst>
        </pc:picChg>
      </pc:sldChg>
      <pc:sldChg chg="addSp delSp modSp add mod">
        <pc:chgData name="shaikmuzammil1703@outlook.com" userId="2cddc05eb5a29da5" providerId="LiveId" clId="{A8D7992D-CA0F-4D18-A56F-798BA270C7ED}" dt="2026-03-28T04:19:09.141" v="564" actId="1076"/>
        <pc:sldMkLst>
          <pc:docMk/>
          <pc:sldMk cId="2048730776" sldId="270"/>
        </pc:sldMkLst>
        <pc:spChg chg="mod">
          <ac:chgData name="shaikmuzammil1703@outlook.com" userId="2cddc05eb5a29da5" providerId="LiveId" clId="{A8D7992D-CA0F-4D18-A56F-798BA270C7ED}" dt="2026-03-28T04:19:09.141" v="564" actId="1076"/>
          <ac:spMkLst>
            <pc:docMk/>
            <pc:sldMk cId="2048730776" sldId="270"/>
            <ac:spMk id="2" creationId="{8ECA20C9-38E9-5FAA-AB5C-403A7591900D}"/>
          </ac:spMkLst>
        </pc:spChg>
        <pc:picChg chg="add mod">
          <ac:chgData name="shaikmuzammil1703@outlook.com" userId="2cddc05eb5a29da5" providerId="LiveId" clId="{A8D7992D-CA0F-4D18-A56F-798BA270C7ED}" dt="2026-03-28T04:19:04.888" v="563" actId="1076"/>
          <ac:picMkLst>
            <pc:docMk/>
            <pc:sldMk cId="2048730776" sldId="270"/>
            <ac:picMk id="4" creationId="{813D6CE2-B5F4-EAF2-1675-E8381BB04A44}"/>
          </ac:picMkLst>
        </pc:picChg>
        <pc:picChg chg="del">
          <ac:chgData name="shaikmuzammil1703@outlook.com" userId="2cddc05eb5a29da5" providerId="LiveId" clId="{A8D7992D-CA0F-4D18-A56F-798BA270C7ED}" dt="2026-03-28T03:40:46.083" v="560" actId="478"/>
          <ac:picMkLst>
            <pc:docMk/>
            <pc:sldMk cId="2048730776" sldId="270"/>
            <ac:picMk id="5" creationId="{9B934F4E-4E32-92F0-FABE-E6019165436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14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88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74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28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95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39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9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26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68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06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9808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30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3522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894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516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2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69B57-02E9-430D-8B41-B3C8037B55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E895DBD-57BD-44F6-B56A-8704149E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75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4C6C-00C2-82A7-E19E-33470411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121C4C-A4C4-71F6-C8B8-C5E56CB30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93510C-7FD5-CC1D-3C6D-F5E0EFF97B14}"/>
              </a:ext>
            </a:extLst>
          </p:cNvPr>
          <p:cNvSpPr txBox="1"/>
          <p:nvPr/>
        </p:nvSpPr>
        <p:spPr>
          <a:xfrm>
            <a:off x="90686" y="846266"/>
            <a:ext cx="11844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COLLEGE MANAGEMENT SYSTEM USING DATA STRUCTURES (JAVA)</a:t>
            </a:r>
            <a:endParaRPr lang="en-IN" sz="3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EFC478-2F61-DFE4-57EE-BC016AA51DD3}"/>
              </a:ext>
            </a:extLst>
          </p:cNvPr>
          <p:cNvSpPr txBox="1"/>
          <p:nvPr/>
        </p:nvSpPr>
        <p:spPr>
          <a:xfrm>
            <a:off x="665018" y="2422566"/>
            <a:ext cx="6483927" cy="2067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u="sng" dirty="0"/>
              <a:t>Team Members: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i="1" dirty="0"/>
              <a:t>Shaik Muzammil-2510040095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i="1" dirty="0"/>
              <a:t>Sri Anish Saravan-2510030417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i="1" dirty="0" err="1"/>
              <a:t>Pillala</a:t>
            </a:r>
            <a:r>
              <a:rPr lang="en-IN" sz="2000" i="1" dirty="0"/>
              <a:t> Sai Krishna-2510040089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1CE34-7F0D-F45F-6F3A-EA2BAD5AEDEA}"/>
              </a:ext>
            </a:extLst>
          </p:cNvPr>
          <p:cNvSpPr txBox="1"/>
          <p:nvPr/>
        </p:nvSpPr>
        <p:spPr>
          <a:xfrm>
            <a:off x="5201393" y="4133044"/>
            <a:ext cx="5058888" cy="2136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Guided by:</a:t>
            </a:r>
          </a:p>
          <a:p>
            <a:pPr>
              <a:lnSpc>
                <a:spcPct val="150000"/>
              </a:lnSpc>
            </a:pPr>
            <a:r>
              <a:rPr lang="en-IN" sz="2000" b="1" i="1" dirty="0"/>
              <a:t>Dr. Mahesh Babu A</a:t>
            </a:r>
          </a:p>
          <a:p>
            <a:pPr>
              <a:lnSpc>
                <a:spcPct val="150000"/>
              </a:lnSpc>
            </a:pPr>
            <a:r>
              <a:rPr lang="en-IN" sz="2800" b="1" u="sng" dirty="0"/>
              <a:t>Institution:</a:t>
            </a:r>
          </a:p>
          <a:p>
            <a:pPr>
              <a:lnSpc>
                <a:spcPct val="150000"/>
              </a:lnSpc>
            </a:pPr>
            <a:r>
              <a:rPr lang="en-IN" sz="2400" i="1" dirty="0"/>
              <a:t>KLH University</a:t>
            </a:r>
          </a:p>
        </p:txBody>
      </p:sp>
    </p:spTree>
    <p:extLst>
      <p:ext uri="{BB962C8B-B14F-4D97-AF65-F5344CB8AC3E}">
        <p14:creationId xmlns:p14="http://schemas.microsoft.com/office/powerpoint/2010/main" val="72172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6B336-4426-70EC-8110-43671CCF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9F9DC3-BAD7-3382-C98C-037A63C07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61E746-5041-8E29-96BC-75555B555698}"/>
              </a:ext>
            </a:extLst>
          </p:cNvPr>
          <p:cNvSpPr txBox="1"/>
          <p:nvPr/>
        </p:nvSpPr>
        <p:spPr>
          <a:xfrm>
            <a:off x="237507" y="938151"/>
            <a:ext cx="9619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The </a:t>
            </a:r>
            <a:r>
              <a:rPr lang="en-US" sz="2000" b="1" i="1" dirty="0"/>
              <a:t>College Management System</a:t>
            </a:r>
            <a:r>
              <a:rPr lang="en-US" sz="2000" i="1" dirty="0"/>
              <a:t> is a Java-based application developed using core Data Structures to manage student and faculty information efficiently.</a:t>
            </a:r>
            <a:endParaRPr lang="en-IN" sz="20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EEC77-1FF4-8806-4C07-25A0982413D3}"/>
              </a:ext>
            </a:extLst>
          </p:cNvPr>
          <p:cNvSpPr txBox="1"/>
          <p:nvPr/>
        </p:nvSpPr>
        <p:spPr>
          <a:xfrm>
            <a:off x="385947" y="1737922"/>
            <a:ext cx="9844645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i="1" u="sng" dirty="0"/>
              <a:t>THE SYSTEM PERFORMS OPERATIONS SUCH AS: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Managing student records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Managing faculty records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Attendance tracking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Marks entry and grading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Profile updates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Sorting student performance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File-based storage of data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53342-33CA-0968-95E2-2215D9E7FF7C}"/>
              </a:ext>
            </a:extLst>
          </p:cNvPr>
          <p:cNvSpPr txBox="1"/>
          <p:nvPr/>
        </p:nvSpPr>
        <p:spPr>
          <a:xfrm>
            <a:off x="385947" y="5596683"/>
            <a:ext cx="9619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This project demonstrates practical applications of Data Structures in real-world academic systems.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63847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3D12-4157-06BA-ECE2-4C2ECB37C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02B3DC2-9A75-8A54-80A6-ED8F46922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D7009A-D87E-6417-6FA3-0274D0F44BD8}"/>
              </a:ext>
            </a:extLst>
          </p:cNvPr>
          <p:cNvSpPr txBox="1"/>
          <p:nvPr/>
        </p:nvSpPr>
        <p:spPr>
          <a:xfrm>
            <a:off x="724395" y="722538"/>
            <a:ext cx="9239002" cy="6135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 u="sng" dirty="0"/>
              <a:t>THE FOLLOWING DATA STRUCTURES ARE IMPLEMENTED: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Arrays</a:t>
            </a:r>
          </a:p>
          <a:p>
            <a:pPr>
              <a:lnSpc>
                <a:spcPct val="150000"/>
              </a:lnSpc>
            </a:pPr>
            <a:r>
              <a:rPr lang="en-US" dirty="0"/>
              <a:t>	Used to store student and faculty details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Linked List</a:t>
            </a:r>
          </a:p>
          <a:p>
            <a:pPr>
              <a:lnSpc>
                <a:spcPct val="150000"/>
              </a:lnSpc>
            </a:pPr>
            <a:r>
              <a:rPr lang="en-US" dirty="0"/>
              <a:t>	Used to manage attendance records dynamically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Stack</a:t>
            </a:r>
          </a:p>
          <a:p>
            <a:pPr>
              <a:lnSpc>
                <a:spcPct val="150000"/>
              </a:lnSpc>
            </a:pPr>
            <a:r>
              <a:rPr lang="en-US" dirty="0"/>
              <a:t>	Used to perform Undo / Redo operations in profile updates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Queue</a:t>
            </a:r>
          </a:p>
          <a:p>
            <a:pPr>
              <a:lnSpc>
                <a:spcPct val="150000"/>
              </a:lnSpc>
            </a:pPr>
            <a:r>
              <a:rPr lang="en-US" dirty="0"/>
              <a:t>	Used to process profile update requests sequentially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Searching Algorithm</a:t>
            </a:r>
          </a:p>
          <a:p>
            <a:pPr>
              <a:lnSpc>
                <a:spcPct val="150000"/>
              </a:lnSpc>
            </a:pPr>
            <a:r>
              <a:rPr lang="en-US" dirty="0"/>
              <a:t>	Linear search used to find student records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Sorting Algorithm</a:t>
            </a:r>
          </a:p>
          <a:p>
            <a:pPr>
              <a:lnSpc>
                <a:spcPct val="150000"/>
              </a:lnSpc>
            </a:pPr>
            <a:r>
              <a:rPr lang="en-US" dirty="0"/>
              <a:t>	Used to sort marks and attendance percentage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774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3D0C-9E94-E906-2823-0DE4426C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B1505F-47E2-E667-A5B6-59DA94944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7F4016-3FA2-3411-CE78-2B4C794EFC64}"/>
              </a:ext>
            </a:extLst>
          </p:cNvPr>
          <p:cNvSpPr txBox="1"/>
          <p:nvPr/>
        </p:nvSpPr>
        <p:spPr>
          <a:xfrm>
            <a:off x="914400" y="1140031"/>
            <a:ext cx="88471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u="sng" dirty="0"/>
              <a:t>WORKFLOW OF THE SYSTEM: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dirty="0"/>
              <a:t>Student and faculty data loaded from files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Records stored using arrays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Attendance managed using linked list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Profile update requests processed using queue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Undo/Redo implemented using stack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Sorting applied for marks and attendance ranking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Updated data saved back into files </a:t>
            </a:r>
          </a:p>
          <a:p>
            <a:pPr>
              <a:lnSpc>
                <a:spcPct val="300000"/>
              </a:lnSpc>
            </a:pPr>
            <a:r>
              <a:rPr lang="en-US" b="1" dirty="0"/>
              <a:t>This improves efficiency and reduces manual effort.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26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ECD3E-50B5-0D0C-22D7-7B08D926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2E154AE-4998-7B83-4CD3-8C12670B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82730F-37EC-0EFD-72F7-F6011C786E85}"/>
              </a:ext>
            </a:extLst>
          </p:cNvPr>
          <p:cNvSpPr txBox="1"/>
          <p:nvPr/>
        </p:nvSpPr>
        <p:spPr>
          <a:xfrm>
            <a:off x="878774" y="1365662"/>
            <a:ext cx="853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Display of the Student list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F7A165-1A76-27B5-215A-92205B3C9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74" y="2422565"/>
            <a:ext cx="8125103" cy="393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5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C0762-C865-0F4B-D11F-C3E7407D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4198D1E-7FE5-B98E-0D32-E0740B45F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41FCE9-D7BB-37EF-0EE3-02DEF5511F37}"/>
              </a:ext>
            </a:extLst>
          </p:cNvPr>
          <p:cNvSpPr txBox="1"/>
          <p:nvPr/>
        </p:nvSpPr>
        <p:spPr>
          <a:xfrm>
            <a:off x="878774" y="1365662"/>
            <a:ext cx="853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Display of the Faculty list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8CD794-3548-5304-B87D-F2D6FC6B6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74" y="2196935"/>
            <a:ext cx="9464634" cy="434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B8D2-E8EC-08FF-8474-B6DF25F56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26469F-12E9-0A39-8848-A442B3568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25544D-062A-177D-3CE8-A41D9B91849C}"/>
              </a:ext>
            </a:extLst>
          </p:cNvPr>
          <p:cNvSpPr txBox="1"/>
          <p:nvPr/>
        </p:nvSpPr>
        <p:spPr>
          <a:xfrm>
            <a:off x="154380" y="846266"/>
            <a:ext cx="853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Posting the Student Attendance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6BE14A-4C92-C82A-6A48-D91508D9B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87" r="38545" b="-389"/>
          <a:stretch>
            <a:fillRect/>
          </a:stretch>
        </p:blipFill>
        <p:spPr>
          <a:xfrm>
            <a:off x="0" y="1492597"/>
            <a:ext cx="6020789" cy="2790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E86C9E-F1AE-935F-561E-8B85FC755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26"/>
          <a:stretch>
            <a:fillRect/>
          </a:stretch>
        </p:blipFill>
        <p:spPr>
          <a:xfrm>
            <a:off x="5514043" y="5175424"/>
            <a:ext cx="6677957" cy="1672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A6AAC0-D655-7609-DCD7-DB57F21FC2B8}"/>
              </a:ext>
            </a:extLst>
          </p:cNvPr>
          <p:cNvSpPr txBox="1"/>
          <p:nvPr/>
        </p:nvSpPr>
        <p:spPr>
          <a:xfrm>
            <a:off x="6270171" y="4418072"/>
            <a:ext cx="4560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 put :</a:t>
            </a:r>
          </a:p>
          <a:p>
            <a:r>
              <a:rPr lang="en-IN" dirty="0"/>
              <a:t>To update a student Attendance</a:t>
            </a:r>
          </a:p>
        </p:txBody>
      </p:sp>
    </p:spTree>
    <p:extLst>
      <p:ext uri="{BB962C8B-B14F-4D97-AF65-F5344CB8AC3E}">
        <p14:creationId xmlns:p14="http://schemas.microsoft.com/office/powerpoint/2010/main" val="1920425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64D1D-4C7C-720C-9229-65C05277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B498B23-D685-8461-F87D-94544A834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5493AD-7693-0FAD-61E6-89C30EAD6575}"/>
              </a:ext>
            </a:extLst>
          </p:cNvPr>
          <p:cNvSpPr txBox="1"/>
          <p:nvPr/>
        </p:nvSpPr>
        <p:spPr>
          <a:xfrm>
            <a:off x="878774" y="1365662"/>
            <a:ext cx="853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Applying for profile update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D5C9B-0E3D-3144-487B-B5F58105A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187775"/>
            <a:ext cx="6134956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9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1A1BD-2915-6F07-9E8A-6B9E2FFA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9E8AA43-22EC-CC55-F9FF-28968F3C2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817439-A2F7-1620-DEF9-94135432757E}"/>
              </a:ext>
            </a:extLst>
          </p:cNvPr>
          <p:cNvSpPr txBox="1"/>
          <p:nvPr/>
        </p:nvSpPr>
        <p:spPr>
          <a:xfrm>
            <a:off x="760021" y="1163782"/>
            <a:ext cx="7659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 put:</a:t>
            </a:r>
          </a:p>
          <a:p>
            <a:r>
              <a:rPr lang="en-IN" dirty="0"/>
              <a:t>To Grant the update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F40A1-FE42-38BA-F4D5-F950122CF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7" y="2406161"/>
            <a:ext cx="8735644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29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5025A-173C-B5D7-602A-C959185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0A9F62-F06A-91DD-BFE9-3DABD8712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B2F079-D3D0-BFC7-D8F3-26EC415EB50B}"/>
              </a:ext>
            </a:extLst>
          </p:cNvPr>
          <p:cNvSpPr txBox="1"/>
          <p:nvPr/>
        </p:nvSpPr>
        <p:spPr>
          <a:xfrm>
            <a:off x="748145" y="760383"/>
            <a:ext cx="562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Undo operation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795B1-EB09-42E1-499A-5CEEB5C4C165}"/>
              </a:ext>
            </a:extLst>
          </p:cNvPr>
          <p:cNvSpPr txBox="1"/>
          <p:nvPr/>
        </p:nvSpPr>
        <p:spPr>
          <a:xfrm>
            <a:off x="525247" y="3747464"/>
            <a:ext cx="4441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Redo operation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DD6336-E947-7D12-9731-F2792D90D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47" y="1146345"/>
            <a:ext cx="9573961" cy="2438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FA1FF3-CC7B-4A07-B48F-71F225BA21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7" y="4276365"/>
            <a:ext cx="9678751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98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DF80-27CE-D1C4-071D-6BC9019D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4AEF3E-84C9-71C2-E58D-635C96069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152323-85D7-2674-CEFE-01E19CFDE5D3}"/>
              </a:ext>
            </a:extLst>
          </p:cNvPr>
          <p:cNvSpPr txBox="1"/>
          <p:nvPr/>
        </p:nvSpPr>
        <p:spPr>
          <a:xfrm>
            <a:off x="748145" y="760383"/>
            <a:ext cx="562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Uploading marks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653A8-4D2E-05E1-C6AE-312811566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43" y="1129715"/>
            <a:ext cx="4496427" cy="4601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EAD051-3B9C-DE84-8A10-E0276869B75E}"/>
              </a:ext>
            </a:extLst>
          </p:cNvPr>
          <p:cNvSpPr txBox="1"/>
          <p:nvPr/>
        </p:nvSpPr>
        <p:spPr>
          <a:xfrm>
            <a:off x="7065818" y="1341912"/>
            <a:ext cx="467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Sorting by marks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F8DF73-7157-C423-DE9F-997A081A8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918" y="1799994"/>
            <a:ext cx="4629796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74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D7DF-1AA5-F307-AC6E-3A4BF39F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EC04C0-30FC-EB5A-04EC-95E1D271F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CA20C9-38E9-5FAA-AB5C-403A7591900D}"/>
              </a:ext>
            </a:extLst>
          </p:cNvPr>
          <p:cNvSpPr txBox="1"/>
          <p:nvPr/>
        </p:nvSpPr>
        <p:spPr>
          <a:xfrm>
            <a:off x="706599" y="972580"/>
            <a:ext cx="5628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Sorting by Attendance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445D3-8784-F4EB-6391-16480E2A508E}"/>
              </a:ext>
            </a:extLst>
          </p:cNvPr>
          <p:cNvSpPr txBox="1"/>
          <p:nvPr/>
        </p:nvSpPr>
        <p:spPr>
          <a:xfrm>
            <a:off x="7065818" y="1341912"/>
            <a:ext cx="467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Sorting by marks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D1BC5C-F771-50F0-3DAA-B24C5505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918" y="1799994"/>
            <a:ext cx="4629796" cy="15242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3D6CE2-B5F4-EAF2-1675-E8381BB04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43" y="1711244"/>
            <a:ext cx="515374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30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FFB0-A5B5-8096-42B0-1532BE97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E056F6-0A44-341D-5EE4-36E4A658B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" cy="8462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B25EBD-E990-B88A-A2D4-D6E5058F3A10}"/>
              </a:ext>
            </a:extLst>
          </p:cNvPr>
          <p:cNvSpPr txBox="1"/>
          <p:nvPr/>
        </p:nvSpPr>
        <p:spPr>
          <a:xfrm>
            <a:off x="-1187531" y="2042946"/>
            <a:ext cx="1305098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936433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5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F0000"/>
      </a:accent1>
      <a:accent2>
        <a:srgbClr val="002060"/>
      </a:accent2>
      <a:accent3>
        <a:srgbClr val="00B050"/>
      </a:accent3>
      <a:accent4>
        <a:srgbClr val="E76618"/>
      </a:accent4>
      <a:accent5>
        <a:srgbClr val="00B050"/>
      </a:accent5>
      <a:accent6>
        <a:srgbClr val="FFFF00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161</TotalTime>
  <Words>272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shaikmuzammil1703@outlook.com</dc:creator>
  <cp:lastModifiedBy>shaikmuzammil1703@outlook.com</cp:lastModifiedBy>
  <cp:revision>1</cp:revision>
  <dcterms:created xsi:type="dcterms:W3CDTF">2026-03-27T12:11:51Z</dcterms:created>
  <dcterms:modified xsi:type="dcterms:W3CDTF">2026-03-28T04:20:08Z</dcterms:modified>
</cp:coreProperties>
</file>